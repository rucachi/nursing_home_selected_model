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ehyung kim" initials="tk" lastIdx="0" clrIdx="0">
    <p:extLst>
      <p:ext uri="{19B8F6BF-5375-455C-9EA6-DF929625EA0E}">
        <p15:presenceInfo xmlns:p15="http://schemas.microsoft.com/office/powerpoint/2012/main" userId="d6e4c74ede549e9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936" autoAdjust="0"/>
    <p:restoredTop sz="94660"/>
  </p:normalViewPr>
  <p:slideViewPr>
    <p:cSldViewPr snapToGrid="0">
      <p:cViewPr>
        <p:scale>
          <a:sx n="50" d="100"/>
          <a:sy n="50" d="100"/>
        </p:scale>
        <p:origin x="1116" y="1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6BE89-98CF-49D9-8363-1E87A1EB0E15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DF91-D248-4A95-9467-4C6771C63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319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6BE89-98CF-49D9-8363-1E87A1EB0E15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DF91-D248-4A95-9467-4C6771C63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0995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6BE89-98CF-49D9-8363-1E87A1EB0E15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DF91-D248-4A95-9467-4C6771C63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276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6BE89-98CF-49D9-8363-1E87A1EB0E15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DF91-D248-4A95-9467-4C6771C63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971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6BE89-98CF-49D9-8363-1E87A1EB0E15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DF91-D248-4A95-9467-4C6771C63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242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6BE89-98CF-49D9-8363-1E87A1EB0E15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DF91-D248-4A95-9467-4C6771C63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27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6BE89-98CF-49D9-8363-1E87A1EB0E15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DF91-D248-4A95-9467-4C6771C63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182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6BE89-98CF-49D9-8363-1E87A1EB0E15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DF91-D248-4A95-9467-4C6771C63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341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6BE89-98CF-49D9-8363-1E87A1EB0E15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DF91-D248-4A95-9467-4C6771C63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319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6BE89-98CF-49D9-8363-1E87A1EB0E15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DF91-D248-4A95-9467-4C6771C63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395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6BE89-98CF-49D9-8363-1E87A1EB0E15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0DF91-D248-4A95-9467-4C6771C63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595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76BE89-98CF-49D9-8363-1E87A1EB0E15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0DF91-D248-4A95-9467-4C6771C637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889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892741" y="-1077499"/>
            <a:ext cx="1929008" cy="7766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하드웨어적 공간 방어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8569629" y="-1077500"/>
            <a:ext cx="1929008" cy="7766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소프트웨어적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인적 역량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-1169095" y="1705363"/>
            <a:ext cx="1100202" cy="9235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수평방화 구획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507815" y="417274"/>
            <a:ext cx="1929008" cy="7766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건물 점유 형태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1227496" y="417272"/>
            <a:ext cx="1929008" cy="7766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소방시설관리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243704" y="417273"/>
            <a:ext cx="1929008" cy="7766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맞춤형 임무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-1597066" y="417271"/>
            <a:ext cx="1929008" cy="7766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소방서와의 거리외부환경요인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18893" y="1705367"/>
            <a:ext cx="1100202" cy="923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수직방어 구축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026591" y="1705365"/>
            <a:ext cx="1100202" cy="923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</a:rPr>
              <a:t>종사자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r>
              <a:rPr lang="ko-KR" altLang="en-US" dirty="0" smtClean="0">
                <a:solidFill>
                  <a:schemeClr val="tx1"/>
                </a:solidFill>
              </a:rPr>
              <a:t>성별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비율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500503" y="1705365"/>
            <a:ext cx="1100202" cy="923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복합상가 </a:t>
            </a:r>
            <a:r>
              <a:rPr lang="ko-KR" altLang="en-US" dirty="0" err="1" smtClean="0">
                <a:solidFill>
                  <a:schemeClr val="tx1"/>
                </a:solidFill>
              </a:rPr>
              <a:t>임대형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985897" y="1705365"/>
            <a:ext cx="1100202" cy="923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고층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단독형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647929" y="1705365"/>
            <a:ext cx="1100202" cy="923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</a:rPr>
              <a:t>종사자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고령자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비율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8172712" y="1705364"/>
            <a:ext cx="1100202" cy="9235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</a:rPr>
              <a:t>환자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중증도 환자비율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8" name="꺾인 연결선 17"/>
          <p:cNvCxnSpPr>
            <a:stCxn id="4" idx="2"/>
            <a:endCxn id="10" idx="0"/>
          </p:cNvCxnSpPr>
          <p:nvPr/>
        </p:nvCxnSpPr>
        <p:spPr>
          <a:xfrm rot="5400000">
            <a:off x="253264" y="-1186711"/>
            <a:ext cx="718157" cy="248980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4" idx="2"/>
            <a:endCxn id="7" idx="0"/>
          </p:cNvCxnSpPr>
          <p:nvPr/>
        </p:nvCxnSpPr>
        <p:spPr>
          <a:xfrm rot="16200000" flipH="1">
            <a:off x="2305702" y="-749343"/>
            <a:ext cx="718160" cy="161507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7" idx="2"/>
            <a:endCxn id="14" idx="0"/>
          </p:cNvCxnSpPr>
          <p:nvPr/>
        </p:nvCxnSpPr>
        <p:spPr>
          <a:xfrm rot="5400000">
            <a:off x="2748420" y="981466"/>
            <a:ext cx="511478" cy="93632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stCxn id="7" idx="2"/>
            <a:endCxn id="13" idx="0"/>
          </p:cNvCxnSpPr>
          <p:nvPr/>
        </p:nvCxnSpPr>
        <p:spPr>
          <a:xfrm rot="16200000" flipH="1">
            <a:off x="3505722" y="1160483"/>
            <a:ext cx="511478" cy="57828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9" idx="2"/>
            <a:endCxn id="12" idx="0"/>
          </p:cNvCxnSpPr>
          <p:nvPr/>
        </p:nvCxnSpPr>
        <p:spPr>
          <a:xfrm rot="5400000">
            <a:off x="6136711" y="633867"/>
            <a:ext cx="511479" cy="163151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꺾인 연결선 31"/>
          <p:cNvCxnSpPr>
            <a:stCxn id="9" idx="2"/>
            <a:endCxn id="16" idx="0"/>
          </p:cNvCxnSpPr>
          <p:nvPr/>
        </p:nvCxnSpPr>
        <p:spPr>
          <a:xfrm rot="16200000" flipH="1">
            <a:off x="7709771" y="692322"/>
            <a:ext cx="511478" cy="151460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>
            <a:stCxn id="9" idx="2"/>
            <a:endCxn id="15" idx="0"/>
          </p:cNvCxnSpPr>
          <p:nvPr/>
        </p:nvCxnSpPr>
        <p:spPr>
          <a:xfrm flipH="1">
            <a:off x="7198030" y="1193886"/>
            <a:ext cx="10178" cy="5114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9948536" y="1705364"/>
            <a:ext cx="1100202" cy="9235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소방안전관리자 </a:t>
            </a:r>
            <a:r>
              <a:rPr lang="ko-KR" altLang="en-US" dirty="0">
                <a:solidFill>
                  <a:schemeClr val="tx1"/>
                </a:solidFill>
              </a:rPr>
              <a:t>영</a:t>
            </a:r>
            <a:r>
              <a:rPr lang="ko-KR" altLang="en-US" dirty="0" smtClean="0">
                <a:solidFill>
                  <a:schemeClr val="tx1"/>
                </a:solidFill>
              </a:rPr>
              <a:t>역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11648160" y="1705364"/>
            <a:ext cx="1100202" cy="9235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종사자 영역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13500184" y="1705364"/>
            <a:ext cx="1100202" cy="9235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관리자 영역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4" name="꺾인 연결선 43"/>
          <p:cNvCxnSpPr>
            <a:stCxn id="8" idx="2"/>
            <a:endCxn id="41" idx="0"/>
          </p:cNvCxnSpPr>
          <p:nvPr/>
        </p:nvCxnSpPr>
        <p:spPr>
          <a:xfrm rot="5400000">
            <a:off x="11089580" y="602943"/>
            <a:ext cx="511479" cy="169336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연결선 46"/>
          <p:cNvCxnSpPr>
            <a:stCxn id="8" idx="2"/>
            <a:endCxn id="43" idx="0"/>
          </p:cNvCxnSpPr>
          <p:nvPr/>
        </p:nvCxnSpPr>
        <p:spPr>
          <a:xfrm rot="16200000" flipH="1">
            <a:off x="12865403" y="520481"/>
            <a:ext cx="511479" cy="185828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/>
          <p:cNvCxnSpPr>
            <a:stCxn id="8" idx="2"/>
            <a:endCxn id="42" idx="0"/>
          </p:cNvCxnSpPr>
          <p:nvPr/>
        </p:nvCxnSpPr>
        <p:spPr>
          <a:xfrm>
            <a:off x="12192000" y="1193885"/>
            <a:ext cx="6261" cy="5114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5" idx="2"/>
            <a:endCxn id="9" idx="0"/>
          </p:cNvCxnSpPr>
          <p:nvPr/>
        </p:nvCxnSpPr>
        <p:spPr>
          <a:xfrm rot="5400000">
            <a:off x="8012091" y="-1104769"/>
            <a:ext cx="718160" cy="232592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55"/>
          <p:cNvCxnSpPr>
            <a:stCxn id="5" idx="2"/>
            <a:endCxn id="8" idx="0"/>
          </p:cNvCxnSpPr>
          <p:nvPr/>
        </p:nvCxnSpPr>
        <p:spPr>
          <a:xfrm rot="16200000" flipH="1">
            <a:off x="10503987" y="-1270742"/>
            <a:ext cx="718159" cy="265786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/>
          <p:cNvSpPr/>
          <p:nvPr/>
        </p:nvSpPr>
        <p:spPr>
          <a:xfrm>
            <a:off x="3870803" y="-2715799"/>
            <a:ext cx="3453791" cy="7766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요양</a:t>
            </a:r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</a:rPr>
              <a:t>병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r>
              <a:rPr lang="ko-KR" altLang="en-US" dirty="0" smtClean="0">
                <a:solidFill>
                  <a:schemeClr val="tx1"/>
                </a:solidFill>
              </a:rPr>
              <a:t>원 화재 취약성 평가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유형 구분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-2721801" y="1705363"/>
            <a:ext cx="1100202" cy="9235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외부환경 요인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64" name="직선 연결선 63"/>
          <p:cNvCxnSpPr>
            <a:stCxn id="10" idx="2"/>
            <a:endCxn id="6" idx="0"/>
          </p:cNvCxnSpPr>
          <p:nvPr/>
        </p:nvCxnSpPr>
        <p:spPr>
          <a:xfrm>
            <a:off x="-632562" y="1193884"/>
            <a:ext cx="13568" cy="5114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10" idx="2"/>
            <a:endCxn id="11" idx="0"/>
          </p:cNvCxnSpPr>
          <p:nvPr/>
        </p:nvCxnSpPr>
        <p:spPr>
          <a:xfrm rot="16200000" flipH="1">
            <a:off x="-137525" y="698847"/>
            <a:ext cx="511483" cy="150155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10" idx="2"/>
            <a:endCxn id="58" idx="0"/>
          </p:cNvCxnSpPr>
          <p:nvPr/>
        </p:nvCxnSpPr>
        <p:spPr>
          <a:xfrm rot="5400000">
            <a:off x="-1657870" y="680054"/>
            <a:ext cx="511479" cy="153913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stCxn id="57" idx="2"/>
            <a:endCxn id="4" idx="0"/>
          </p:cNvCxnSpPr>
          <p:nvPr/>
        </p:nvCxnSpPr>
        <p:spPr>
          <a:xfrm rot="5400000">
            <a:off x="3296629" y="-3378570"/>
            <a:ext cx="861687" cy="374045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 71"/>
          <p:cNvCxnSpPr>
            <a:stCxn id="57" idx="2"/>
            <a:endCxn id="5" idx="0"/>
          </p:cNvCxnSpPr>
          <p:nvPr/>
        </p:nvCxnSpPr>
        <p:spPr>
          <a:xfrm rot="16200000" flipH="1">
            <a:off x="7135073" y="-3476560"/>
            <a:ext cx="861686" cy="393643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996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</Words>
  <Application>Microsoft Office PowerPoint</Application>
  <PresentationFormat>와이드스크린</PresentationFormat>
  <Paragraphs>25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taehyung kim</dc:creator>
  <cp:lastModifiedBy>taehyung kim</cp:lastModifiedBy>
  <cp:revision>3</cp:revision>
  <dcterms:created xsi:type="dcterms:W3CDTF">2026-06-28T06:48:33Z</dcterms:created>
  <dcterms:modified xsi:type="dcterms:W3CDTF">2026-06-28T06:59:54Z</dcterms:modified>
</cp:coreProperties>
</file>